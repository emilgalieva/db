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ABDC2-14D4-4BD0-9AB4-174E291AC9F6}" v="642" dt="2025-12-29T22:45:07.411"/>
    <p1510:client id="{FEEAE32D-4DB1-43AE-B9FE-F5548D12334C}" v="364" dt="2025-12-29T22:57:04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2д игра - шутер про зомби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С использованием библиотеки </a:t>
            </a:r>
            <a:r>
              <a:rPr lang="ru-RU" dirty="0" err="1"/>
              <a:t>Arcade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70762-2D21-4944-109B-ECE676DE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3D1993-EAFB-7E7E-C933-BAAC77CE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Игрок может перемещаться по карте, используя лестницы, прыгая и бегая. </a:t>
            </a:r>
          </a:p>
        </p:txBody>
      </p:sp>
      <p:pic>
        <p:nvPicPr>
          <p:cNvPr id="4" name="Рисунок 3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07FB75-CDCF-B31E-A2C9-6A8E03B0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004" y="2461402"/>
            <a:ext cx="75533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4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6BBB7-00BE-01B2-1A91-AEB6344F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 и архитектура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01EB17-AACF-7603-BB6B-50EC6F7A7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Программа реализована с использованием: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Python 3.12 — язык программирования;</a:t>
            </a:r>
          </a:p>
          <a:p>
            <a:pPr>
              <a:buNone/>
            </a:pPr>
            <a:r>
              <a:rPr lang="ru-RU" dirty="0" err="1">
                <a:highlight>
                  <a:srgbClr val="FFFFFF"/>
                </a:highlight>
              </a:rPr>
              <a:t>Arcade</a:t>
            </a:r>
            <a:r>
              <a:rPr lang="ru-RU" dirty="0">
                <a:highlight>
                  <a:srgbClr val="FFFFFF"/>
                </a:highlight>
              </a:rPr>
              <a:t> - библиотека для создания игр;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Библиотеки, которые необходимы для работы </a:t>
            </a:r>
            <a:r>
              <a:rPr lang="ru-RU" dirty="0" err="1">
                <a:highlight>
                  <a:srgbClr val="FFFFFF"/>
                </a:highlight>
              </a:rPr>
              <a:t>Arcade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0" indent="0">
              <a:buNone/>
            </a:pPr>
            <a:r>
              <a:rPr lang="ru-RU" dirty="0">
                <a:highlight>
                  <a:srgbClr val="FFFFFF"/>
                </a:highlight>
              </a:rPr>
              <a:t>Каждый значимый элемент со своей логикой: главное меню, окно игры, настройки - как отдельный экран. Логика обновляется только на отображаемом экране. Отображаемый экран можно менять. В каждом экране в цикле вызываются методы для обновления логики, рисования на экране, обработки нажатий кнопок на клавиатуре и мыши.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3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BE1F5-3146-B5B4-D4FB-7256261F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44511C-889A-AF2A-7327-FF6F1439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37" y="2738970"/>
            <a:ext cx="11345814" cy="404137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Кнопки и Слайдеры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Кнопка «New Game» в главном меню — запускает обучающий уровень. Кнопка «</a:t>
            </a:r>
            <a:r>
              <a:rPr lang="ru-RU" dirty="0" err="1">
                <a:highlight>
                  <a:srgbClr val="FFFFFF"/>
                </a:highlight>
              </a:rPr>
              <a:t>Settings</a:t>
            </a:r>
            <a:r>
              <a:rPr lang="ru-RU" dirty="0">
                <a:highlight>
                  <a:srgbClr val="FFFFFF"/>
                </a:highlight>
              </a:rPr>
              <a:t>» в главном меню — открывает настройки. </a:t>
            </a:r>
            <a:r>
              <a:rPr lang="en-US" dirty="0" err="1">
                <a:highlight>
                  <a:srgbClr val="FFFFFF"/>
                </a:highlight>
              </a:rPr>
              <a:t>Кнопка</a:t>
            </a:r>
            <a:r>
              <a:rPr lang="en-US" dirty="0">
                <a:highlight>
                  <a:srgbClr val="FFFFFF"/>
                </a:highlight>
              </a:rPr>
              <a:t> «Back to main menu» в </a:t>
            </a:r>
            <a:r>
              <a:rPr lang="en-US" dirty="0" err="1">
                <a:highlight>
                  <a:srgbClr val="FFFFFF"/>
                </a:highlight>
              </a:rPr>
              <a:t>настройках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закрывает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настройки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открывает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главное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меню</a:t>
            </a:r>
            <a:r>
              <a:rPr lang="en-US" dirty="0">
                <a:highlight>
                  <a:srgbClr val="FFFFFF"/>
                </a:highlight>
              </a:rPr>
              <a:t>. </a:t>
            </a:r>
            <a:r>
              <a:rPr lang="ru-RU" dirty="0">
                <a:highlight>
                  <a:srgbClr val="FFFFFF"/>
                </a:highlight>
              </a:rPr>
              <a:t>Слайдеры в настройках выводят настроенные значения в консоль. Кнопки «</a:t>
            </a:r>
            <a:r>
              <a:rPr lang="ru-RU" dirty="0" err="1">
                <a:highlight>
                  <a:srgbClr val="FFFFFF"/>
                </a:highlight>
              </a:rPr>
              <a:t>Endings</a:t>
            </a:r>
            <a:r>
              <a:rPr lang="ru-RU" dirty="0">
                <a:highlight>
                  <a:srgbClr val="FFFFFF"/>
                </a:highlight>
              </a:rPr>
              <a:t>», «</a:t>
            </a:r>
            <a:r>
              <a:rPr lang="ru-RU" dirty="0" err="1">
                <a:highlight>
                  <a:srgbClr val="FFFFFF"/>
                </a:highlight>
              </a:rPr>
              <a:t>Load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game</a:t>
            </a:r>
            <a:r>
              <a:rPr lang="ru-RU" dirty="0">
                <a:highlight>
                  <a:srgbClr val="FFFFFF"/>
                </a:highlight>
              </a:rPr>
              <a:t>» в главном меню — выводят надпись о том, что данный контент находится в разработке.</a:t>
            </a:r>
            <a:endParaRPr lang="ru-RU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Изображение выглядит как снимок экрана,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FC3411-D1F1-74F6-7C2D-EF62788D0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024" y="-16"/>
            <a:ext cx="7516678" cy="27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1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527AF-282A-E703-5649-11F935F0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EE05A9-2EF9-C6D1-0034-A3CB9E43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При запуске программы открывается стартовый экран.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Пользователь может начать новую игру, нажать на остальные кнопки в стартовом экране, или открыть настройки.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При нажатии кнопки «New </a:t>
            </a:r>
            <a:r>
              <a:rPr lang="ru-RU" dirty="0" err="1">
                <a:highlight>
                  <a:srgbClr val="FFFFFF"/>
                </a:highlight>
              </a:rPr>
              <a:t>game</a:t>
            </a:r>
            <a:r>
              <a:rPr lang="ru-RU" dirty="0">
                <a:highlight>
                  <a:srgbClr val="FFFFFF"/>
                </a:highlight>
              </a:rPr>
              <a:t>»: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Запускается окно игры и загружаются спрайты из файла карты, настраивается физический движок. В цикле окна игры обрабатываются нажатия на клавиши, и происходит перемещение персонажа с учётом физических явлений. Также есть механика времени на прыжок, когда персонаж в воздухе и механика отложенного прыжка.</a:t>
            </a:r>
          </a:p>
          <a:p>
            <a:pPr>
              <a:buNone/>
            </a:pPr>
            <a:endParaRPr lang="ru-RU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6268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82F10-110E-5793-710A-35E0D235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702789-DA01-F0BE-C182-17394174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38"/>
            <a:ext cx="4758126" cy="4428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Возможность ускоряться при подъёме по лестнице. Возможность разбежаться перед прыжком, так как если идти или бежать перед прыжком, то персонаж наберёт большую скорость.</a:t>
            </a:r>
          </a:p>
        </p:txBody>
      </p:sp>
      <p:pic>
        <p:nvPicPr>
          <p:cNvPr id="5" name="Запись 2025-12-30 013833">
            <a:hlinkClick r:id="" action="ppaction://media"/>
            <a:extLst>
              <a:ext uri="{FF2B5EF4-FFF2-40B4-BE49-F238E27FC236}">
                <a16:creationId xmlns:a16="http://schemas.microsoft.com/office/drawing/2014/main" id="{31856964-52AC-FABB-A355-207BF9E6EF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12664" y="1725054"/>
            <a:ext cx="5857741" cy="22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0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5DACA-1FD4-C5BE-2E95-9C362C2D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окружению, порядок сборки и запуска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86DBF-1371-BAB6-DFE2-055A409E8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57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Для работы программы необходимо: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Python 3.12+;</a:t>
            </a:r>
          </a:p>
          <a:p>
            <a:pPr>
              <a:buNone/>
            </a:pPr>
            <a:r>
              <a:rPr lang="ru-RU" dirty="0" err="1">
                <a:highlight>
                  <a:srgbClr val="FFFFFF"/>
                </a:highlight>
              </a:rPr>
              <a:t>attrs</a:t>
            </a:r>
            <a:r>
              <a:rPr lang="ru-RU" dirty="0">
                <a:highlight>
                  <a:srgbClr val="FFFFFF"/>
                </a:highlight>
              </a:rPr>
              <a:t>==25.4.0, </a:t>
            </a:r>
            <a:r>
              <a:rPr lang="ru-RU" dirty="0" err="1">
                <a:highlight>
                  <a:srgbClr val="FFFFFF"/>
                </a:highlight>
              </a:rPr>
              <a:t>cffi</a:t>
            </a:r>
            <a:r>
              <a:rPr lang="ru-RU" dirty="0">
                <a:highlight>
                  <a:srgbClr val="FFFFFF"/>
                </a:highlight>
              </a:rPr>
              <a:t>==2.0.0, </a:t>
            </a:r>
            <a:r>
              <a:rPr lang="ru-RU" dirty="0" err="1">
                <a:highlight>
                  <a:srgbClr val="FFFFFF"/>
                </a:highlight>
              </a:rPr>
              <a:t>pillow</a:t>
            </a:r>
            <a:r>
              <a:rPr lang="ru-RU" dirty="0">
                <a:highlight>
                  <a:srgbClr val="FFFFFF"/>
                </a:highlight>
              </a:rPr>
              <a:t>==11.3.0, </a:t>
            </a:r>
            <a:r>
              <a:rPr lang="ru-RU" dirty="0" err="1">
                <a:highlight>
                  <a:srgbClr val="FFFFFF"/>
                </a:highlight>
              </a:rPr>
              <a:t>pycparser</a:t>
            </a:r>
            <a:r>
              <a:rPr lang="ru-RU" dirty="0">
                <a:highlight>
                  <a:srgbClr val="FFFFFF"/>
                </a:highlight>
              </a:rPr>
              <a:t>==2.23,</a:t>
            </a:r>
          </a:p>
          <a:p>
            <a:pPr>
              <a:buNone/>
            </a:pPr>
            <a:r>
              <a:rPr lang="ru-RU" dirty="0" err="1">
                <a:highlight>
                  <a:srgbClr val="FFFFFF"/>
                </a:highlight>
              </a:rPr>
              <a:t>pyglet</a:t>
            </a:r>
            <a:r>
              <a:rPr lang="ru-RU" dirty="0">
                <a:highlight>
                  <a:srgbClr val="FFFFFF"/>
                </a:highlight>
              </a:rPr>
              <a:t>==2.1.11, </a:t>
            </a:r>
            <a:r>
              <a:rPr lang="ru-RU" dirty="0" err="1">
                <a:highlight>
                  <a:srgbClr val="FFFFFF"/>
                </a:highlight>
              </a:rPr>
              <a:t>pymunk</a:t>
            </a:r>
            <a:r>
              <a:rPr lang="ru-RU" dirty="0">
                <a:highlight>
                  <a:srgbClr val="FFFFFF"/>
                </a:highlight>
              </a:rPr>
              <a:t>==6.9.0, </a:t>
            </a:r>
            <a:r>
              <a:rPr lang="ru-RU" dirty="0" err="1">
                <a:highlight>
                  <a:srgbClr val="FFFFFF"/>
                </a:highlight>
              </a:rPr>
              <a:t>pytiled_parser</a:t>
            </a:r>
            <a:r>
              <a:rPr lang="ru-RU" dirty="0">
                <a:highlight>
                  <a:srgbClr val="FFFFFF"/>
                </a:highlight>
              </a:rPr>
              <a:t>==2.2.9,</a:t>
            </a:r>
          </a:p>
          <a:p>
            <a:pPr>
              <a:buNone/>
            </a:pPr>
            <a:r>
              <a:rPr lang="ru-RU" dirty="0" err="1">
                <a:highlight>
                  <a:srgbClr val="FFFFFF"/>
                </a:highlight>
              </a:rPr>
              <a:t>typing_extensions</a:t>
            </a:r>
            <a:r>
              <a:rPr lang="ru-RU" dirty="0">
                <a:highlight>
                  <a:srgbClr val="FFFFFF"/>
                </a:highlight>
              </a:rPr>
              <a:t>==4.15.0, </a:t>
            </a:r>
            <a:r>
              <a:rPr lang="ru-RU" dirty="0" err="1">
                <a:highlight>
                  <a:srgbClr val="FFFFFF"/>
                </a:highlight>
                <a:ea typeface="+mn-lt"/>
                <a:cs typeface="+mn-lt"/>
              </a:rPr>
              <a:t>arcade</a:t>
            </a:r>
            <a:r>
              <a:rPr lang="ru-RU" dirty="0">
                <a:highlight>
                  <a:srgbClr val="FFFFFF"/>
                </a:highlight>
                <a:ea typeface="+mn-lt"/>
                <a:cs typeface="+mn-lt"/>
              </a:rPr>
              <a:t>==3.3.3.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Установить зависимости:</a:t>
            </a:r>
          </a:p>
          <a:p>
            <a:pPr>
              <a:buNone/>
            </a:pPr>
            <a:r>
              <a:rPr lang="ru-RU" err="1">
                <a:highlight>
                  <a:srgbClr val="FFFFFF"/>
                </a:highlight>
              </a:rPr>
              <a:t>pip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err="1">
                <a:highlight>
                  <a:srgbClr val="FFFFFF"/>
                </a:highlight>
              </a:rPr>
              <a:t>install</a:t>
            </a:r>
            <a:r>
              <a:rPr lang="ru-RU" dirty="0">
                <a:highlight>
                  <a:srgbClr val="FFFFFF"/>
                </a:highlight>
              </a:rPr>
              <a:t> -r requirements.txt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Запустить программу:</a:t>
            </a:r>
          </a:p>
          <a:p>
            <a:pPr>
              <a:buNone/>
            </a:pPr>
            <a:r>
              <a:rPr lang="ru-RU" dirty="0" err="1">
                <a:highlight>
                  <a:srgbClr val="FFFFFF"/>
                </a:highlight>
              </a:rPr>
              <a:t>python</a:t>
            </a:r>
            <a:r>
              <a:rPr lang="ru-RU" dirty="0">
                <a:highlight>
                  <a:srgbClr val="FFFFFF"/>
                </a:highlight>
              </a:rPr>
              <a:t> main.py</a:t>
            </a:r>
          </a:p>
        </p:txBody>
      </p:sp>
    </p:spTree>
    <p:extLst>
      <p:ext uri="{BB962C8B-B14F-4D97-AF65-F5344CB8AC3E}">
        <p14:creationId xmlns:p14="http://schemas.microsoft.com/office/powerpoint/2010/main" val="264805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2D2BA-B16B-7BA3-65A6-5CA50894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73FCF9-F75A-3557-6062-04309C5A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Добавление сильных врагов: зомби, людей.</a:t>
            </a:r>
            <a:endParaRPr lang="ru-RU">
              <a:highlight>
                <a:srgbClr val="FFFFFF"/>
              </a:highlight>
            </a:endParaRP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Добавление разных видов оружия и модификаций к ним.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Добавление шкалы здоровья для персонажа.</a:t>
            </a:r>
          </a:p>
          <a:p>
            <a:pPr>
              <a:buNone/>
            </a:pPr>
            <a:r>
              <a:rPr lang="ru-RU" dirty="0">
                <a:highlight>
                  <a:srgbClr val="FFFFFF"/>
                </a:highlight>
              </a:rPr>
              <a:t>Добавление энергии для персонажа, которая будет постепенно восстанавливаться, тратиться от активностей, выполняемых персонажем.</a:t>
            </a:r>
          </a:p>
          <a:p>
            <a:pPr marL="0" indent="0">
              <a:buNone/>
            </a:pPr>
            <a:r>
              <a:rPr lang="ru-RU" dirty="0"/>
              <a:t>Добавление базы и других людей-выживших.</a:t>
            </a:r>
          </a:p>
        </p:txBody>
      </p:sp>
    </p:spTree>
    <p:extLst>
      <p:ext uri="{BB962C8B-B14F-4D97-AF65-F5344CB8AC3E}">
        <p14:creationId xmlns:p14="http://schemas.microsoft.com/office/powerpoint/2010/main" val="416243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1C704-9078-28A9-0C8F-28853124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ru-RU" sz="3600"/>
              <a:t>Заключение</a:t>
            </a:r>
          </a:p>
        </p:txBody>
      </p:sp>
      <p:pic>
        <p:nvPicPr>
          <p:cNvPr id="4" name="Рисунок 3" descr="Изображение выглядит как снимок экрана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D68B4A-A16F-663F-9C5A-26FBA80E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3" b="3187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EC24E5C-69B4-1957-BE14-191C43196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800"/>
              <a:t>Эта программа демонстрирует простоту создания игры c физическими явлениями на языке программирования Python с использованием библиотеки Arcade.</a:t>
            </a:r>
          </a:p>
        </p:txBody>
      </p:sp>
    </p:spTree>
    <p:extLst>
      <p:ext uri="{BB962C8B-B14F-4D97-AF65-F5344CB8AC3E}">
        <p14:creationId xmlns:p14="http://schemas.microsoft.com/office/powerpoint/2010/main" val="2589652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2д игра - шутер про зомби</vt:lpstr>
      <vt:lpstr>Функциональные возможности</vt:lpstr>
      <vt:lpstr>Технологический стек и архитектура программы</vt:lpstr>
      <vt:lpstr>Интерфейс</vt:lpstr>
      <vt:lpstr>Алгоритм работы</vt:lpstr>
      <vt:lpstr>Особенности реализации</vt:lpstr>
      <vt:lpstr>Требования к окружению, порядок сборки и запуска</vt:lpstr>
      <vt:lpstr>Перспективы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203</cp:revision>
  <dcterms:created xsi:type="dcterms:W3CDTF">2025-12-29T22:11:49Z</dcterms:created>
  <dcterms:modified xsi:type="dcterms:W3CDTF">2025-12-29T22:57:38Z</dcterms:modified>
</cp:coreProperties>
</file>